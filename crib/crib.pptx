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E3A94-46A5-4CE7-A91B-C6B443766CF8}" v="3" dt="2026-04-01T00:53:59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4660"/>
  </p:normalViewPr>
  <p:slideViewPr>
    <p:cSldViewPr snapToGrid="0">
      <p:cViewPr>
        <p:scale>
          <a:sx n="67" d="100"/>
          <a:sy n="67" d="100"/>
        </p:scale>
        <p:origin x="121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se Lafortune" userId="104a40cfb4047d49" providerId="LiveId" clId="{AB14E496-1BE0-41AA-B67C-E32AC4AC43CE}"/>
    <pc:docChg chg="undo custSel modSld">
      <pc:chgData name="Maryse Lafortune" userId="104a40cfb4047d49" providerId="LiveId" clId="{AB14E496-1BE0-41AA-B67C-E32AC4AC43CE}" dt="2026-04-01T01:08:22.940" v="103" actId="20577"/>
      <pc:docMkLst>
        <pc:docMk/>
      </pc:docMkLst>
      <pc:sldChg chg="addSp modSp mod setBg">
        <pc:chgData name="Maryse Lafortune" userId="104a40cfb4047d49" providerId="LiveId" clId="{AB14E496-1BE0-41AA-B67C-E32AC4AC43CE}" dt="2026-04-01T01:08:22.940" v="103" actId="20577"/>
        <pc:sldMkLst>
          <pc:docMk/>
          <pc:sldMk cId="4262697887" sldId="257"/>
        </pc:sldMkLst>
        <pc:spChg chg="mod">
          <ac:chgData name="Maryse Lafortune" userId="104a40cfb4047d49" providerId="LiveId" clId="{AB14E496-1BE0-41AA-B67C-E32AC4AC43CE}" dt="2026-04-01T00:55:16.110" v="41" actId="14100"/>
          <ac:spMkLst>
            <pc:docMk/>
            <pc:sldMk cId="4262697887" sldId="257"/>
            <ac:spMk id="2" creationId="{649C9709-9EF8-E2BB-64E6-20A86CB5616D}"/>
          </ac:spMkLst>
        </pc:spChg>
        <pc:spChg chg="mod ord">
          <ac:chgData name="Maryse Lafortune" userId="104a40cfb4047d49" providerId="LiveId" clId="{AB14E496-1BE0-41AA-B67C-E32AC4AC43CE}" dt="2026-04-01T01:08:22.940" v="103" actId="20577"/>
          <ac:spMkLst>
            <pc:docMk/>
            <pc:sldMk cId="4262697887" sldId="257"/>
            <ac:spMk id="3" creationId="{1EF4FF5B-E3E6-97ED-5116-6E471B857976}"/>
          </ac:spMkLst>
        </pc:spChg>
        <pc:spChg chg="add">
          <ac:chgData name="Maryse Lafortune" userId="104a40cfb4047d49" providerId="LiveId" clId="{AB14E496-1BE0-41AA-B67C-E32AC4AC43CE}" dt="2026-04-01T00:50:43.336" v="8" actId="26606"/>
          <ac:spMkLst>
            <pc:docMk/>
            <pc:sldMk cId="4262697887" sldId="257"/>
            <ac:spMk id="10" creationId="{E81BF4F6-F2CF-4984-9D14-D6966D92F99F}"/>
          </ac:spMkLst>
        </pc:spChg>
        <pc:picChg chg="add mod">
          <ac:chgData name="Maryse Lafortune" userId="104a40cfb4047d49" providerId="LiveId" clId="{AB14E496-1BE0-41AA-B67C-E32AC4AC43CE}" dt="2026-04-01T00:51:02.551" v="11" actId="1076"/>
          <ac:picMkLst>
            <pc:docMk/>
            <pc:sldMk cId="4262697887" sldId="257"/>
            <ac:picMk id="5" creationId="{A7C351AB-DB20-0287-B572-4A60BF4132CC}"/>
          </ac:picMkLst>
        </pc:picChg>
      </pc:sldChg>
      <pc:sldChg chg="addSp delSp modSp mod setBg">
        <pc:chgData name="Maryse Lafortune" userId="104a40cfb4047d49" providerId="LiveId" clId="{AB14E496-1BE0-41AA-B67C-E32AC4AC43CE}" dt="2026-04-01T00:54:47.942" v="38" actId="255"/>
        <pc:sldMkLst>
          <pc:docMk/>
          <pc:sldMk cId="2271538188" sldId="258"/>
        </pc:sldMkLst>
        <pc:spChg chg="mod">
          <ac:chgData name="Maryse Lafortune" userId="104a40cfb4047d49" providerId="LiveId" clId="{AB14E496-1BE0-41AA-B67C-E32AC4AC43CE}" dt="2026-04-01T00:54:32.097" v="37" actId="26606"/>
          <ac:spMkLst>
            <pc:docMk/>
            <pc:sldMk cId="2271538188" sldId="258"/>
            <ac:spMk id="2" creationId="{CCAB9D23-6166-60E4-CDB5-46D606D34F27}"/>
          </ac:spMkLst>
        </pc:spChg>
        <pc:spChg chg="mod">
          <ac:chgData name="Maryse Lafortune" userId="104a40cfb4047d49" providerId="LiveId" clId="{AB14E496-1BE0-41AA-B67C-E32AC4AC43CE}" dt="2026-04-01T00:54:47.942" v="38" actId="255"/>
          <ac:spMkLst>
            <pc:docMk/>
            <pc:sldMk cId="2271538188" sldId="258"/>
            <ac:spMk id="3" creationId="{FADD714B-ACB9-10FA-03EC-8894A353D4AB}"/>
          </ac:spMkLst>
        </pc:spChg>
        <pc:spChg chg="add del">
          <ac:chgData name="Maryse Lafortune" userId="104a40cfb4047d49" providerId="LiveId" clId="{AB14E496-1BE0-41AA-B67C-E32AC4AC43CE}" dt="2026-04-01T00:54:23.939" v="34" actId="26606"/>
          <ac:spMkLst>
            <pc:docMk/>
            <pc:sldMk cId="2271538188" sldId="258"/>
            <ac:spMk id="1031" creationId="{45D37F4E-DDB4-456B-97E0-9937730A039F}"/>
          </ac:spMkLst>
        </pc:spChg>
        <pc:spChg chg="add del">
          <ac:chgData name="Maryse Lafortune" userId="104a40cfb4047d49" providerId="LiveId" clId="{AB14E496-1BE0-41AA-B67C-E32AC4AC43CE}" dt="2026-04-01T00:54:23.939" v="34" actId="26606"/>
          <ac:spMkLst>
            <pc:docMk/>
            <pc:sldMk cId="2271538188" sldId="258"/>
            <ac:spMk id="1033" creationId="{B2DD41CD-8F47-4F56-AD12-4E2FF7696987}"/>
          </ac:spMkLst>
        </pc:spChg>
        <pc:spChg chg="add del">
          <ac:chgData name="Maryse Lafortune" userId="104a40cfb4047d49" providerId="LiveId" clId="{AB14E496-1BE0-41AA-B67C-E32AC4AC43CE}" dt="2026-04-01T00:54:32.081" v="36" actId="26606"/>
          <ac:spMkLst>
            <pc:docMk/>
            <pc:sldMk cId="2271538188" sldId="258"/>
            <ac:spMk id="1040" creationId="{B6FACB3C-9069-4791-BC5C-0DB7CD19B853}"/>
          </ac:spMkLst>
        </pc:spChg>
        <pc:spChg chg="add del">
          <ac:chgData name="Maryse Lafortune" userId="104a40cfb4047d49" providerId="LiveId" clId="{AB14E496-1BE0-41AA-B67C-E32AC4AC43CE}" dt="2026-04-01T00:54:32.081" v="36" actId="26606"/>
          <ac:spMkLst>
            <pc:docMk/>
            <pc:sldMk cId="2271538188" sldId="258"/>
            <ac:spMk id="1041" creationId="{71F2038E-D777-4B76-81DD-DD13EE91B9DD}"/>
          </ac:spMkLst>
        </pc:spChg>
        <pc:spChg chg="add">
          <ac:chgData name="Maryse Lafortune" userId="104a40cfb4047d49" providerId="LiveId" clId="{AB14E496-1BE0-41AA-B67C-E32AC4AC43CE}" dt="2026-04-01T00:54:32.097" v="37" actId="26606"/>
          <ac:spMkLst>
            <pc:docMk/>
            <pc:sldMk cId="2271538188" sldId="258"/>
            <ac:spMk id="1043" creationId="{45D37F4E-DDB4-456B-97E0-9937730A039F}"/>
          </ac:spMkLst>
        </pc:spChg>
        <pc:spChg chg="add">
          <ac:chgData name="Maryse Lafortune" userId="104a40cfb4047d49" providerId="LiveId" clId="{AB14E496-1BE0-41AA-B67C-E32AC4AC43CE}" dt="2026-04-01T00:54:32.097" v="37" actId="26606"/>
          <ac:spMkLst>
            <pc:docMk/>
            <pc:sldMk cId="2271538188" sldId="258"/>
            <ac:spMk id="1044" creationId="{B2DD41CD-8F47-4F56-AD12-4E2FF7696987}"/>
          </ac:spMkLst>
        </pc:spChg>
        <pc:grpChg chg="add del">
          <ac:chgData name="Maryse Lafortune" userId="104a40cfb4047d49" providerId="LiveId" clId="{AB14E496-1BE0-41AA-B67C-E32AC4AC43CE}" dt="2026-04-01T00:54:32.081" v="36" actId="26606"/>
          <ac:grpSpMkLst>
            <pc:docMk/>
            <pc:sldMk cId="2271538188" sldId="258"/>
            <ac:grpSpMk id="1035" creationId="{DD354807-230F-4402-B1B9-F733A8F1F190}"/>
          </ac:grpSpMkLst>
        </pc:grpChg>
        <pc:picChg chg="add mod">
          <ac:chgData name="Maryse Lafortune" userId="104a40cfb4047d49" providerId="LiveId" clId="{AB14E496-1BE0-41AA-B67C-E32AC4AC43CE}" dt="2026-04-01T00:54:32.097" v="37" actId="26606"/>
          <ac:picMkLst>
            <pc:docMk/>
            <pc:sldMk cId="2271538188" sldId="258"/>
            <ac:picMk id="1026" creationId="{EE7802EE-E8BF-814F-3D1E-FCEF3A131150}"/>
          </ac:picMkLst>
        </pc:picChg>
      </pc:sldChg>
      <pc:sldChg chg="addSp delSp modSp mod setBg">
        <pc:chgData name="Maryse Lafortune" userId="104a40cfb4047d49" providerId="LiveId" clId="{AB14E496-1BE0-41AA-B67C-E32AC4AC43CE}" dt="2026-04-01T01:03:03.588" v="95" actId="1076"/>
        <pc:sldMkLst>
          <pc:docMk/>
          <pc:sldMk cId="816210407" sldId="259"/>
        </pc:sldMkLst>
        <pc:spChg chg="del mod">
          <ac:chgData name="Maryse Lafortune" userId="104a40cfb4047d49" providerId="LiveId" clId="{AB14E496-1BE0-41AA-B67C-E32AC4AC43CE}" dt="2026-04-01T00:59:48.530" v="69" actId="478"/>
          <ac:spMkLst>
            <pc:docMk/>
            <pc:sldMk cId="816210407" sldId="259"/>
            <ac:spMk id="2" creationId="{B57E88FE-660D-98AB-9F00-1B53ECAF920A}"/>
          </ac:spMkLst>
        </pc:spChg>
        <pc:spChg chg="mod ord">
          <ac:chgData name="Maryse Lafortune" userId="104a40cfb4047d49" providerId="LiveId" clId="{AB14E496-1BE0-41AA-B67C-E32AC4AC43CE}" dt="2026-04-01T01:02:57.736" v="93" actId="1076"/>
          <ac:spMkLst>
            <pc:docMk/>
            <pc:sldMk cId="816210407" sldId="259"/>
            <ac:spMk id="3" creationId="{AA0961F1-27FE-81A7-6D4A-C560EA3DBA27}"/>
          </ac:spMkLst>
        </pc:spChg>
        <pc:spChg chg="add del mod">
          <ac:chgData name="Maryse Lafortune" userId="104a40cfb4047d49" providerId="LiveId" clId="{AB14E496-1BE0-41AA-B67C-E32AC4AC43CE}" dt="2026-04-01T00:59:52.303" v="70" actId="478"/>
          <ac:spMkLst>
            <pc:docMk/>
            <pc:sldMk cId="816210407" sldId="259"/>
            <ac:spMk id="5" creationId="{37FE9111-6D6B-F415-4C30-BA4179B94F09}"/>
          </ac:spMkLst>
        </pc:spChg>
        <pc:spChg chg="add del">
          <ac:chgData name="Maryse Lafortune" userId="104a40cfb4047d49" providerId="LiveId" clId="{AB14E496-1BE0-41AA-B67C-E32AC4AC43CE}" dt="2026-04-01T01:02:46.298" v="90" actId="26606"/>
          <ac:spMkLst>
            <pc:docMk/>
            <pc:sldMk cId="816210407" sldId="259"/>
            <ac:spMk id="12" creationId="{8D1AA55E-40D5-461B-A5A8-4AE8AAB71B08}"/>
          </ac:spMkLst>
        </pc:spChg>
        <pc:spChg chg="add del">
          <ac:chgData name="Maryse Lafortune" userId="104a40cfb4047d49" providerId="LiveId" clId="{AB14E496-1BE0-41AA-B67C-E32AC4AC43CE}" dt="2026-04-01T01:01:45.625" v="76" actId="26606"/>
          <ac:spMkLst>
            <pc:docMk/>
            <pc:sldMk cId="816210407" sldId="259"/>
            <ac:spMk id="24" creationId="{45D37F4E-DDB4-456B-97E0-9937730A039F}"/>
          </ac:spMkLst>
        </pc:spChg>
        <pc:spChg chg="add del">
          <ac:chgData name="Maryse Lafortune" userId="104a40cfb4047d49" providerId="LiveId" clId="{AB14E496-1BE0-41AA-B67C-E32AC4AC43CE}" dt="2026-04-01T01:01:45.625" v="76" actId="26606"/>
          <ac:spMkLst>
            <pc:docMk/>
            <pc:sldMk cId="816210407" sldId="259"/>
            <ac:spMk id="26" creationId="{B2DD41CD-8F47-4F56-AD12-4E2FF7696987}"/>
          </ac:spMkLst>
        </pc:spChg>
        <pc:spChg chg="add del">
          <ac:chgData name="Maryse Lafortune" userId="104a40cfb4047d49" providerId="LiveId" clId="{AB14E496-1BE0-41AA-B67C-E32AC4AC43CE}" dt="2026-04-01T01:01:56.720" v="78" actId="26606"/>
          <ac:spMkLst>
            <pc:docMk/>
            <pc:sldMk cId="816210407" sldId="259"/>
            <ac:spMk id="32" creationId="{8D1AA55E-40D5-461B-A5A8-4AE8AAB71B08}"/>
          </ac:spMkLst>
        </pc:spChg>
        <pc:spChg chg="add del">
          <ac:chgData name="Maryse Lafortune" userId="104a40cfb4047d49" providerId="LiveId" clId="{AB14E496-1BE0-41AA-B67C-E32AC4AC43CE}" dt="2026-04-01T01:01:56.720" v="78" actId="26606"/>
          <ac:spMkLst>
            <pc:docMk/>
            <pc:sldMk cId="816210407" sldId="259"/>
            <ac:spMk id="33" creationId="{2CA8D992-BB3F-47CD-BA18-71D54539202C}"/>
          </ac:spMkLst>
        </pc:spChg>
        <pc:spChg chg="add del">
          <ac:chgData name="Maryse Lafortune" userId="104a40cfb4047d49" providerId="LiveId" clId="{AB14E496-1BE0-41AA-B67C-E32AC4AC43CE}" dt="2026-04-01T01:02:44.017" v="88" actId="26606"/>
          <ac:spMkLst>
            <pc:docMk/>
            <pc:sldMk cId="816210407" sldId="259"/>
            <ac:spMk id="36" creationId="{E81BF4F6-F2CF-4984-9D14-D6966D92F99F}"/>
          </ac:spMkLst>
        </pc:spChg>
        <pc:grpChg chg="add del">
          <ac:chgData name="Maryse Lafortune" userId="104a40cfb4047d49" providerId="LiveId" clId="{AB14E496-1BE0-41AA-B67C-E32AC4AC43CE}" dt="2026-04-01T01:02:46.298" v="90" actId="26606"/>
          <ac:grpSpMkLst>
            <pc:docMk/>
            <pc:sldMk cId="816210407" sldId="259"/>
            <ac:grpSpMk id="16" creationId="{34F88D19-C269-4F98-BE6B-CFB6207D3669}"/>
          </ac:grpSpMkLst>
        </pc:grpChg>
        <pc:grpChg chg="add del">
          <ac:chgData name="Maryse Lafortune" userId="104a40cfb4047d49" providerId="LiveId" clId="{AB14E496-1BE0-41AA-B67C-E32AC4AC43CE}" dt="2026-04-01T01:01:56.720" v="78" actId="26606"/>
          <ac:grpSpMkLst>
            <pc:docMk/>
            <pc:sldMk cId="816210407" sldId="259"/>
            <ac:grpSpMk id="28" creationId="{0FE0E4CA-04FD-4712-9979-0D4FACCA607F}"/>
          </ac:grpSpMkLst>
        </pc:grpChg>
        <pc:picChg chg="add mod ord">
          <ac:chgData name="Maryse Lafortune" userId="104a40cfb4047d49" providerId="LiveId" clId="{AB14E496-1BE0-41AA-B67C-E32AC4AC43CE}" dt="2026-04-01T01:03:03.588" v="95" actId="1076"/>
          <ac:picMkLst>
            <pc:docMk/>
            <pc:sldMk cId="816210407" sldId="259"/>
            <ac:picMk id="7" creationId="{F9C9DF81-091E-AAFC-8EF8-273BEFBC7EC1}"/>
          </ac:picMkLst>
        </pc:picChg>
        <pc:cxnChg chg="add del">
          <ac:chgData name="Maryse Lafortune" userId="104a40cfb4047d49" providerId="LiveId" clId="{AB14E496-1BE0-41AA-B67C-E32AC4AC43CE}" dt="2026-04-01T01:02:46.298" v="90" actId="26606"/>
          <ac:cxnSpMkLst>
            <pc:docMk/>
            <pc:sldMk cId="816210407" sldId="259"/>
            <ac:cxnSpMk id="14" creationId="{C49DA8F6-BCC1-4447-B54C-57856834B94B}"/>
          </ac:cxnSpMkLst>
        </pc:cxnChg>
        <pc:cxnChg chg="add del">
          <ac:chgData name="Maryse Lafortune" userId="104a40cfb4047d49" providerId="LiveId" clId="{AB14E496-1BE0-41AA-B67C-E32AC4AC43CE}" dt="2026-04-01T01:01:56.720" v="78" actId="26606"/>
          <ac:cxnSpMkLst>
            <pc:docMk/>
            <pc:sldMk cId="816210407" sldId="259"/>
            <ac:cxnSpMk id="34" creationId="{C49DA8F6-BCC1-4447-B54C-57856834B94B}"/>
          </ac:cxnSpMkLst>
        </pc:cxnChg>
      </pc:sldChg>
      <pc:sldChg chg="addSp delSp modSp mod setBg">
        <pc:chgData name="Maryse Lafortune" userId="104a40cfb4047d49" providerId="LiveId" clId="{AB14E496-1BE0-41AA-B67C-E32AC4AC43CE}" dt="2026-04-01T00:59:42.195" v="68" actId="1076"/>
        <pc:sldMkLst>
          <pc:docMk/>
          <pc:sldMk cId="2067501826" sldId="260"/>
        </pc:sldMkLst>
        <pc:spChg chg="del mod">
          <ac:chgData name="Maryse Lafortune" userId="104a40cfb4047d49" providerId="LiveId" clId="{AB14E496-1BE0-41AA-B67C-E32AC4AC43CE}" dt="2026-04-01T00:58:21.494" v="55" actId="478"/>
          <ac:spMkLst>
            <pc:docMk/>
            <pc:sldMk cId="2067501826" sldId="260"/>
            <ac:spMk id="2" creationId="{CF429A6C-F6DD-E84D-32BD-70DCE5ADF0A0}"/>
          </ac:spMkLst>
        </pc:spChg>
        <pc:spChg chg="mod ord">
          <ac:chgData name="Maryse Lafortune" userId="104a40cfb4047d49" providerId="LiveId" clId="{AB14E496-1BE0-41AA-B67C-E32AC4AC43CE}" dt="2026-04-01T00:59:31.806" v="67" actId="1076"/>
          <ac:spMkLst>
            <pc:docMk/>
            <pc:sldMk cId="2067501826" sldId="260"/>
            <ac:spMk id="3" creationId="{8242306E-9FB1-36AD-5524-804C11F44343}"/>
          </ac:spMkLst>
        </pc:spChg>
        <pc:spChg chg="add del mod">
          <ac:chgData name="Maryse Lafortune" userId="104a40cfb4047d49" providerId="LiveId" clId="{AB14E496-1BE0-41AA-B67C-E32AC4AC43CE}" dt="2026-04-01T00:58:29.621" v="56" actId="478"/>
          <ac:spMkLst>
            <pc:docMk/>
            <pc:sldMk cId="2067501826" sldId="260"/>
            <ac:spMk id="7" creationId="{3945AED4-EF2F-0D35-2627-2893361A16F8}"/>
          </ac:spMkLst>
        </pc:spChg>
        <pc:picChg chg="add mod ord">
          <ac:chgData name="Maryse Lafortune" userId="104a40cfb4047d49" providerId="LiveId" clId="{AB14E496-1BE0-41AA-B67C-E32AC4AC43CE}" dt="2026-04-01T00:59:42.195" v="68" actId="1076"/>
          <ac:picMkLst>
            <pc:docMk/>
            <pc:sldMk cId="2067501826" sldId="260"/>
            <ac:picMk id="5" creationId="{6A655C35-05FC-84AF-B716-EF5A3C9849C1}"/>
          </ac:picMkLst>
        </pc:picChg>
      </pc:sldChg>
      <pc:sldChg chg="addSp modSp mod setBg">
        <pc:chgData name="Maryse Lafortune" userId="104a40cfb4047d49" providerId="LiveId" clId="{AB14E496-1BE0-41AA-B67C-E32AC4AC43CE}" dt="2026-04-01T00:47:57.127" v="5" actId="1076"/>
        <pc:sldMkLst>
          <pc:docMk/>
          <pc:sldMk cId="3967487751" sldId="261"/>
        </pc:sldMkLst>
        <pc:spChg chg="mod">
          <ac:chgData name="Maryse Lafortune" userId="104a40cfb4047d49" providerId="LiveId" clId="{AB14E496-1BE0-41AA-B67C-E32AC4AC43CE}" dt="2026-04-01T00:47:57.127" v="5" actId="1076"/>
          <ac:spMkLst>
            <pc:docMk/>
            <pc:sldMk cId="3967487751" sldId="261"/>
            <ac:spMk id="2" creationId="{1692C0DC-66CA-20CA-A540-D90530C59E38}"/>
          </ac:spMkLst>
        </pc:spChg>
        <pc:spChg chg="add">
          <ac:chgData name="Maryse Lafortune" userId="104a40cfb4047d49" providerId="LiveId" clId="{AB14E496-1BE0-41AA-B67C-E32AC4AC43CE}" dt="2026-04-01T00:46:57.746" v="1" actId="26606"/>
          <ac:spMkLst>
            <pc:docMk/>
            <pc:sldMk cId="3967487751" sldId="261"/>
            <ac:spMk id="10" creationId="{A3363022-C969-41E9-8EB2-E4C94908C1FA}"/>
          </ac:spMkLst>
        </pc:spChg>
        <pc:spChg chg="add">
          <ac:chgData name="Maryse Lafortune" userId="104a40cfb4047d49" providerId="LiveId" clId="{AB14E496-1BE0-41AA-B67C-E32AC4AC43CE}" dt="2026-04-01T00:46:57.746" v="1" actId="26606"/>
          <ac:spMkLst>
            <pc:docMk/>
            <pc:sldMk cId="3967487751" sldId="261"/>
            <ac:spMk id="12" creationId="{8D1AD6B3-BE88-4CEB-BA17-790657CC4729}"/>
          </ac:spMkLst>
        </pc:spChg>
        <pc:spChg chg="mod">
          <ac:chgData name="Maryse Lafortune" userId="104a40cfb4047d49" providerId="LiveId" clId="{AB14E496-1BE0-41AA-B67C-E32AC4AC43CE}" dt="2026-04-01T00:47:22.940" v="3" actId="255"/>
          <ac:spMkLst>
            <pc:docMk/>
            <pc:sldMk cId="3967487751" sldId="261"/>
            <ac:spMk id="15" creationId="{9E720206-AA49-4786-A932-A2650DE09183}"/>
          </ac:spMkLst>
        </pc:spChg>
        <pc:spChg chg="mod">
          <ac:chgData name="Maryse Lafortune" userId="104a40cfb4047d49" providerId="LiveId" clId="{AB14E496-1BE0-41AA-B67C-E32AC4AC43CE}" dt="2026-04-01T00:47:22.940" v="3" actId="255"/>
          <ac:spMkLst>
            <pc:docMk/>
            <pc:sldMk cId="3967487751" sldId="261"/>
            <ac:spMk id="16" creationId="{C72F6EE6-EDE9-45A5-8F6D-02B9B7CB2C2F}"/>
          </ac:spMkLst>
        </pc:spChg>
        <pc:spChg chg="mod">
          <ac:chgData name="Maryse Lafortune" userId="104a40cfb4047d49" providerId="LiveId" clId="{AB14E496-1BE0-41AA-B67C-E32AC4AC43CE}" dt="2026-04-01T00:47:22.940" v="3" actId="255"/>
          <ac:spMkLst>
            <pc:docMk/>
            <pc:sldMk cId="3967487751" sldId="261"/>
            <ac:spMk id="17" creationId="{C093DC50-3BD7-46B1-A300-CD207E152FF4}"/>
          </ac:spMkLst>
        </pc:spChg>
        <pc:grpChg chg="add">
          <ac:chgData name="Maryse Lafortune" userId="104a40cfb4047d49" providerId="LiveId" clId="{AB14E496-1BE0-41AA-B67C-E32AC4AC43CE}" dt="2026-04-01T00:46:57.746" v="1" actId="26606"/>
          <ac:grpSpMkLst>
            <pc:docMk/>
            <pc:sldMk cId="3967487751" sldId="261"/>
            <ac:grpSpMk id="14" creationId="{89D1390B-7E13-4B4F-9CB2-391063412E54}"/>
          </ac:grpSpMkLst>
        </pc:grpChg>
        <pc:picChg chg="add mod">
          <ac:chgData name="Maryse Lafortune" userId="104a40cfb4047d49" providerId="LiveId" clId="{AB14E496-1BE0-41AA-B67C-E32AC4AC43CE}" dt="2026-04-01T00:46:57.746" v="1" actId="26606"/>
          <ac:picMkLst>
            <pc:docMk/>
            <pc:sldMk cId="3967487751" sldId="261"/>
            <ac:picMk id="5" creationId="{2A1B9400-D19C-E5FB-7F1A-E56481EADC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5609BC-7A8B-B66A-101B-61551205B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AB411C-795A-C444-7C8D-98984EF05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FD7B3B-C4BA-3DBA-4587-9EC9B6BA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82D58-1DE7-938F-222C-2F4B9F4EC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CD62CB-F28A-12D1-81F6-490F29B9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128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A5801-D74C-16F4-4593-47284CFC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34C921-8B86-01FB-B42D-DF6BCB66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8B3ECA-FAB3-FAA1-9330-B0A8ED3F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E3CB67-464A-696B-B0D9-C245D36F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83B467-0ED6-BFCE-00B5-E0C92B7F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53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A77D0-0812-07BF-67BD-617C3B7E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77F427-9734-6F0D-1424-EAC15F046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D64F5-4065-6250-34AF-A27B2F75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5E24EA-25B8-117E-6EC8-82A134BE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6663E0-CDAE-0ABC-7E57-C4410D2F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03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28D22-1E10-61CB-16A3-CB2BB936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3C50A2-5475-EB09-35F4-84B9EAE3D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7C7453-A0EE-7A1E-F757-4113658FC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E8E703-A6C3-0C98-AB41-C9D3474E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F94B8A-CFF4-444D-DA73-9D7F8D43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2FC0C1-15B3-3C56-AFFE-A261BAEF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541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BF15A-E413-EA76-D414-5CCE1849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3A2D3C-EA1E-CA68-A371-DC24CAEF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589ECC-436F-B929-D883-501B3AA4A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4B95A2-6A58-B852-385C-42B95111F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B7E6B4B-8F56-A3D6-237A-58A7A4A7C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D7CEA1-FAFD-109C-C9B3-1D05A089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DF1F4F-5922-2FA4-7613-F16647EF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9102B31-1366-D026-D51F-F5EB9C84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430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982EB-7FA2-675C-78BD-293305C5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C0BE30-434E-8414-73ED-D3FAE9A3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10AE12-314A-8564-B350-9B0CE1A0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3D2CB4-473F-BBD8-CFE3-FBB57F80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099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D15497E-EE38-A36C-6ADA-A5A7FF36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1A8ED6-ED67-3F0D-C484-0F022BA4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C220CB-91B3-2CBF-1B09-C6760E41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8291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4244E-6319-C033-16EA-AD85D4C0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E02DF-5080-FCB8-41A1-445C4DE0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9D18BF-0A10-A855-6AFF-DD71235B4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4A3AB9-4DBB-3D4B-657C-1B17B872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1EA91D-72EB-1D24-785D-FC57A082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0C3780-1375-F4E4-73B8-C9657331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587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56D13-884C-12E6-5796-8AE87F940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1686A9F-47CF-B10C-D9B7-3CC95FC52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F1AF1E-5CEF-BD67-E914-0C5413156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25ACC1-D80B-28A6-1296-2E8B9D74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53DD76-17A0-3F87-750D-CE4E993E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F36EA8-DF08-9D27-88BC-1CAB17A7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419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C64F99-502F-1493-592C-827B71DA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A58057-6070-448A-96ED-55F2E6AA2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EAF559-FFAC-453A-69D0-64A515D5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C1B03F-92A6-5C9A-8B8C-8CD1FA2C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73D6FF-4803-BF8F-5DC1-854B7320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508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20A66F-447D-DF79-2079-9859E26EB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6CDBF3-4818-4618-D191-C7516151D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19BF54-7EA0-CFC6-97B7-6120739E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1AF911-8658-805B-D66B-21491033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C61142-FC98-A7C7-E16E-53573D22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30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896DC8-4000-9B2A-07E2-85D87DFB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E1B768-2441-5DB3-3FDA-42D20E90F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1F6D6-0802-F18E-E53F-13A4FD4A6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1DAF6-3FD1-4DE4-880B-2941F5985FEF}" type="datetimeFigureOut">
              <a:rPr lang="fr-CA" smtClean="0"/>
              <a:t>2026-03-31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834C28-D80A-B300-B728-11285DA1E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2B3DA4-82CA-2978-0AD3-6B64EADCB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2FFAE-E1D0-4807-8EE1-7D1B4FD2430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03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7A055D6-483C-B698-0A54-FB47B2F3A4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3000"/>
          </a:blip>
          <a:stretch>
            <a:fillRect/>
          </a:stretch>
        </p:blipFill>
        <p:spPr>
          <a:xfrm>
            <a:off x="0" y="0"/>
            <a:ext cx="12192000" cy="68407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AC7B065-7548-F260-22D7-D34C96A6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8396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fr-CA" b="1" dirty="0"/>
            </a:br>
            <a:br>
              <a:rPr lang="fr-CA" b="1" dirty="0"/>
            </a:br>
            <a:r>
              <a:rPr lang="fr-CA" b="1" dirty="0"/>
              <a:t>Mon jeu de société:</a:t>
            </a:r>
            <a:br>
              <a:rPr lang="fr-CA" b="1" dirty="0"/>
            </a:br>
            <a:r>
              <a:rPr lang="fr-CA" b="1" dirty="0"/>
              <a:t>Le crib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0C8D5A-84CC-6459-EFA8-A802A56D2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2968"/>
            <a:ext cx="9144000" cy="1200807"/>
          </a:xfrm>
        </p:spPr>
        <p:txBody>
          <a:bodyPr/>
          <a:lstStyle/>
          <a:p>
            <a:r>
              <a:rPr lang="fr-CA" b="1" dirty="0"/>
              <a:t>Par Louis Lafortune</a:t>
            </a:r>
          </a:p>
          <a:p>
            <a:r>
              <a:rPr lang="fr-CA" b="1" dirty="0"/>
              <a:t>1</a:t>
            </a:r>
            <a:r>
              <a:rPr lang="fr-CA" b="1" baseline="30000" dirty="0"/>
              <a:t>er</a:t>
            </a:r>
            <a:r>
              <a:rPr lang="fr-CA" b="1" dirty="0"/>
              <a:t> avril 2026</a:t>
            </a:r>
          </a:p>
        </p:txBody>
      </p:sp>
    </p:spTree>
    <p:extLst>
      <p:ext uri="{BB962C8B-B14F-4D97-AF65-F5344CB8AC3E}">
        <p14:creationId xmlns:p14="http://schemas.microsoft.com/office/powerpoint/2010/main" val="54609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0997" y="381001"/>
            <a:ext cx="6858001" cy="6095995"/>
          </a:xfrm>
          <a:prstGeom prst="rect">
            <a:avLst/>
          </a:prstGeom>
          <a:ln>
            <a:noFill/>
          </a:ln>
          <a:effectLst>
            <a:outerShdw blurRad="381000" dist="101600" sx="99000" sy="99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9C9709-9EF8-E2BB-64E6-20A86CB5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240049"/>
            <a:ext cx="5762625" cy="1811645"/>
          </a:xfrm>
        </p:spPr>
        <p:txBody>
          <a:bodyPr anchor="ctr">
            <a:normAutofit/>
          </a:bodyPr>
          <a:lstStyle/>
          <a:p>
            <a:r>
              <a:rPr lang="fr-CA" sz="5400" dirty="0"/>
              <a:t>Présentation du jeu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C351AB-DB20-0287-B572-4A60BF41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7" r="1" b="4768"/>
          <a:stretch>
            <a:fillRect/>
          </a:stretch>
        </p:blipFill>
        <p:spPr>
          <a:xfrm>
            <a:off x="-1" y="2051694"/>
            <a:ext cx="6096001" cy="411479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F4FF5B-E3E6-97ED-5116-6E471B857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50" y="691912"/>
            <a:ext cx="5086350" cy="5474173"/>
          </a:xfrm>
        </p:spPr>
        <p:txBody>
          <a:bodyPr anchor="ctr">
            <a:normAutofit/>
          </a:bodyPr>
          <a:lstStyle/>
          <a:p>
            <a:r>
              <a:rPr lang="fr-CA" sz="2400" dirty="0"/>
              <a:t>400 ans!</a:t>
            </a:r>
          </a:p>
          <a:p>
            <a:r>
              <a:rPr lang="fr-CA" sz="2400" dirty="0"/>
              <a:t>But: faire 121 points en premier</a:t>
            </a:r>
          </a:p>
          <a:p>
            <a:r>
              <a:rPr lang="fr-CA" sz="2400" dirty="0"/>
              <a:t>Matériel: </a:t>
            </a:r>
          </a:p>
          <a:p>
            <a:pPr lvl="1"/>
            <a:r>
              <a:rPr lang="fr-CA" dirty="0"/>
              <a:t>Paquet de 52 cartes (pas de joker)</a:t>
            </a:r>
          </a:p>
          <a:p>
            <a:pPr lvl="1"/>
            <a:r>
              <a:rPr lang="fr-CA" dirty="0"/>
              <a:t>Planche pour compter les points</a:t>
            </a:r>
          </a:p>
          <a:p>
            <a:pPr lvl="1"/>
            <a:r>
              <a:rPr lang="fr-CA" dirty="0"/>
              <a:t>2 chevilles </a:t>
            </a:r>
            <a:r>
              <a:rPr lang="fr-CA"/>
              <a:t>(pions) </a:t>
            </a:r>
            <a:r>
              <a:rPr lang="fr-CA" dirty="0"/>
              <a:t>par joueur pour compter ses points</a:t>
            </a:r>
          </a:p>
          <a:p>
            <a:r>
              <a:rPr lang="fr-CA" sz="2400" dirty="0"/>
              <a:t>Valeur des cartes:</a:t>
            </a:r>
          </a:p>
          <a:p>
            <a:pPr lvl="1"/>
            <a:r>
              <a:rPr lang="fr-CA" dirty="0"/>
              <a:t>J, Q, K =10 points</a:t>
            </a:r>
          </a:p>
          <a:p>
            <a:pPr lvl="1"/>
            <a:r>
              <a:rPr lang="fr-CA" dirty="0"/>
              <a:t>As = 1 point</a:t>
            </a:r>
          </a:p>
          <a:p>
            <a:pPr marL="457200" lvl="1" indent="0">
              <a:buNone/>
            </a:pPr>
            <a:endParaRPr lang="fr-CA" dirty="0"/>
          </a:p>
          <a:p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426269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AB9D23-6166-60E4-CDB5-46D606D3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fr-CA" sz="5400" dirty="0"/>
              <a:t>Déroulement du jeu</a:t>
            </a:r>
          </a:p>
        </p:txBody>
      </p:sp>
      <p:sp>
        <p:nvSpPr>
          <p:cNvPr id="104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D714B-ACB9-10FA-03EC-8894A353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fr-CA" sz="2400" b="1" dirty="0"/>
              <a:t>1- Distribution des cartes</a:t>
            </a:r>
          </a:p>
          <a:p>
            <a:pPr lvl="1"/>
            <a:r>
              <a:rPr lang="fr-CA" dirty="0"/>
              <a:t>Donneur donne 6 cartes à chaque joueur</a:t>
            </a:r>
          </a:p>
          <a:p>
            <a:pPr lvl="1"/>
            <a:r>
              <a:rPr lang="fr-CA" dirty="0"/>
              <a:t>Tu gardes tes 4 meilleurs cartes et tu donnes 2 cartes au crib</a:t>
            </a:r>
          </a:p>
          <a:p>
            <a:pPr marL="457200" lvl="1" indent="0">
              <a:buNone/>
            </a:pPr>
            <a:endParaRPr lang="fr-CA" dirty="0"/>
          </a:p>
          <a:p>
            <a:r>
              <a:rPr lang="fr-CA" sz="2400" b="1" dirty="0"/>
              <a:t>2- La carte de départ</a:t>
            </a:r>
          </a:p>
          <a:p>
            <a:pPr lvl="1"/>
            <a:r>
              <a:rPr lang="fr-CA" dirty="0"/>
              <a:t>Le non-donneur coupe le paquet</a:t>
            </a:r>
          </a:p>
          <a:p>
            <a:pPr lvl="1"/>
            <a:r>
              <a:rPr lang="fr-CA" dirty="0"/>
              <a:t>On retourne la carte du dessus</a:t>
            </a:r>
          </a:p>
          <a:p>
            <a:pPr lvl="1"/>
            <a:r>
              <a:rPr lang="fr-CA" dirty="0"/>
              <a:t>Si c’est un valet = 2 points pour le donneur</a:t>
            </a:r>
          </a:p>
        </p:txBody>
      </p:sp>
      <p:pic>
        <p:nvPicPr>
          <p:cNvPr id="1026" name="Picture 2" descr="Cribbage - Jouez en Ligne sur ...">
            <a:extLst>
              <a:ext uri="{FF2B5EF4-FFF2-40B4-BE49-F238E27FC236}">
                <a16:creationId xmlns:a16="http://schemas.microsoft.com/office/drawing/2014/main" id="{EE7802EE-E8BF-814F-3D1E-FCEF3A13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7" b="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538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961F1-27FE-81A7-6D4A-C560EA3DB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838" y="1328737"/>
            <a:ext cx="10515600" cy="4805363"/>
          </a:xfrm>
        </p:spPr>
        <p:txBody>
          <a:bodyPr>
            <a:normAutofit lnSpcReduction="10000"/>
          </a:bodyPr>
          <a:lstStyle/>
          <a:p>
            <a:r>
              <a:rPr lang="fr-CA" b="1" dirty="0"/>
              <a:t>3- La phase de jeu</a:t>
            </a:r>
          </a:p>
          <a:p>
            <a:pPr lvl="1"/>
            <a:r>
              <a:rPr lang="fr-CA" dirty="0"/>
              <a:t>On ne doit pas dépasser 31</a:t>
            </a:r>
          </a:p>
          <a:p>
            <a:pPr lvl="1"/>
            <a:r>
              <a:rPr lang="fr-CA" dirty="0"/>
              <a:t>Les joueurs posent une carte à tour de rôle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Comment marquer des points</a:t>
            </a:r>
          </a:p>
          <a:p>
            <a:pPr lvl="2"/>
            <a:r>
              <a:rPr lang="fr-CA" dirty="0"/>
              <a:t>Pendant le jeu quand on pose des cartes: faire un total de 15 et des paires surtout</a:t>
            </a:r>
          </a:p>
          <a:p>
            <a:pPr lvl="2"/>
            <a:r>
              <a:rPr lang="fr-CA" dirty="0"/>
              <a:t>À la fin de chaque main: en comptant ses cartes + la carte de départ</a:t>
            </a:r>
          </a:p>
          <a:p>
            <a:pPr lvl="2"/>
            <a:r>
              <a:rPr lang="fr-CA" dirty="0"/>
              <a:t>Dans le crib: seulement le donneur compte le Crib</a:t>
            </a:r>
          </a:p>
          <a:p>
            <a:pPr marL="914400" lvl="2" indent="0">
              <a:buNone/>
            </a:pPr>
            <a:endParaRPr lang="fr-CA" b="1" dirty="0"/>
          </a:p>
          <a:p>
            <a:pPr marL="914400" lvl="2" indent="0">
              <a:buNone/>
            </a:pPr>
            <a:r>
              <a:rPr lang="fr-CA" b="1" dirty="0"/>
              <a:t>	À retenir:</a:t>
            </a:r>
          </a:p>
          <a:p>
            <a:pPr lvl="4"/>
            <a:r>
              <a:rPr lang="fr-CA" sz="2000" dirty="0"/>
              <a:t>Le 15 = 2 points (le plus fréquent)</a:t>
            </a:r>
          </a:p>
          <a:p>
            <a:pPr lvl="4"/>
            <a:r>
              <a:rPr lang="fr-CA" sz="2000" dirty="0"/>
              <a:t>La paire = 2 points</a:t>
            </a:r>
          </a:p>
          <a:p>
            <a:pPr lvl="4"/>
            <a:r>
              <a:rPr lang="fr-CA" sz="2000" dirty="0"/>
              <a:t>La suite = 1 point par carte</a:t>
            </a:r>
          </a:p>
          <a:p>
            <a:pPr lvl="4"/>
            <a:r>
              <a:rPr lang="fr-CA" sz="2000" dirty="0"/>
              <a:t>*** Plus il y a des combinaisons, plus ça fait des points!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9C9DF81-091E-AAFC-8EF8-273BEFBC7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863" y="452436"/>
            <a:ext cx="3975299" cy="22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42306E-9FB1-36AD-5524-804C11F4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466" y="803276"/>
            <a:ext cx="9877068" cy="2287587"/>
          </a:xfrm>
        </p:spPr>
        <p:txBody>
          <a:bodyPr anchor="ctr">
            <a:noAutofit/>
          </a:bodyPr>
          <a:lstStyle/>
          <a:p>
            <a:r>
              <a:rPr lang="fr-CA" sz="2400" b="1" dirty="0"/>
              <a:t>4- Le comptage de la main</a:t>
            </a:r>
          </a:p>
          <a:p>
            <a:pPr lvl="1"/>
            <a:r>
              <a:rPr lang="fr-CA" dirty="0"/>
              <a:t>Chaque joueur compte ses 4 cartes + la carte de départ</a:t>
            </a:r>
          </a:p>
          <a:p>
            <a:pPr lvl="1"/>
            <a:r>
              <a:rPr lang="fr-CA" dirty="0"/>
              <a:t>Le donneur compte ensuite le Crib (ses 4 cartes + la carte de départ)</a:t>
            </a:r>
          </a:p>
          <a:p>
            <a:pPr marL="457200" lvl="1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sz="2400" dirty="0"/>
              <a:t>Le premier qui atteint ou dépasse 121 points gagne!</a:t>
            </a:r>
          </a:p>
          <a:p>
            <a:endParaRPr lang="fr-CA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655C35-05FC-84AF-B716-EF5A3C98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0"/>
          <a:stretch>
            <a:fillRect/>
          </a:stretch>
        </p:blipFill>
        <p:spPr>
          <a:xfrm>
            <a:off x="1157466" y="3219450"/>
            <a:ext cx="9877068" cy="3313570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7501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92C0DC-66CA-20CA-A540-D90530C59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962" y="2896232"/>
            <a:ext cx="5334638" cy="22853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9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Merci!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1B9400-D19C-E5FB-7F1A-E56481EAD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0" y="2074180"/>
            <a:ext cx="4141760" cy="362404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674877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278</Words>
  <Application>Microsoft Office PowerPoint</Application>
  <PresentationFormat>Grand écran</PresentationFormat>
  <Paragraphs>42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  Mon jeu de société: Le crib</vt:lpstr>
      <vt:lpstr>Présentation du jeu</vt:lpstr>
      <vt:lpstr>Déroulement du jeu</vt:lpstr>
      <vt:lpstr>Présentation PowerPoint</vt:lpstr>
      <vt:lpstr>Présentation PowerPoint</vt:lpstr>
      <vt:lpstr>Merci!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Maryse Lafortune</dc:creator>
  <cp:lastModifiedBy>Maryse Lafortune</cp:lastModifiedBy>
  <cp:revision>1</cp:revision>
  <dcterms:created xsi:type="dcterms:W3CDTF">2026-04-01T00:16:02Z</dcterms:created>
  <dcterms:modified xsi:type="dcterms:W3CDTF">2026-04-01T01:08:26Z</dcterms:modified>
</cp:coreProperties>
</file>